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97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76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46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95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84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53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44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00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16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54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2CC78-FBF9-4E0B-9DBE-FF74BC2DA763}" type="datetimeFigureOut">
              <a:rPr lang="ko-KR" altLang="en-US" smtClean="0"/>
              <a:t>2018-02-09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D2621-F54B-4266-A2E5-7D8AC2A8A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22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1046591"/>
            <a:ext cx="9159528" cy="5163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07504" y="3081278"/>
            <a:ext cx="1224136" cy="1184687"/>
            <a:chOff x="-84161" y="2432323"/>
            <a:chExt cx="1224136" cy="1184687"/>
          </a:xfrm>
        </p:grpSpPr>
        <p:sp>
          <p:nvSpPr>
            <p:cNvPr id="15" name="타원 14"/>
            <p:cNvSpPr/>
            <p:nvPr/>
          </p:nvSpPr>
          <p:spPr>
            <a:xfrm>
              <a:off x="-84161" y="2439753"/>
              <a:ext cx="1224136" cy="1177257"/>
            </a:xfrm>
            <a:prstGeom prst="ellipse">
              <a:avLst/>
            </a:prstGeom>
            <a:solidFill>
              <a:srgbClr val="FF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5" name="Picture 21" descr="C:\Users\Administrator\Desktop\icon\user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000" y="2432323"/>
              <a:ext cx="1093814" cy="1093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타원 16"/>
          <p:cNvSpPr/>
          <p:nvPr/>
        </p:nvSpPr>
        <p:spPr>
          <a:xfrm>
            <a:off x="1593888" y="1168621"/>
            <a:ext cx="7442607" cy="1920087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3" name="Picture 34" descr="android icon png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278" y="1493520"/>
            <a:ext cx="1158117" cy="115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오른쪽 화살표 53"/>
          <p:cNvSpPr/>
          <p:nvPr/>
        </p:nvSpPr>
        <p:spPr>
          <a:xfrm>
            <a:off x="3318065" y="1940165"/>
            <a:ext cx="868434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1593890" y="4151821"/>
            <a:ext cx="7442605" cy="1920087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 rot="18900000">
            <a:off x="1015180" y="2665351"/>
            <a:ext cx="1224136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 rot="2700000">
            <a:off x="1063781" y="4390520"/>
            <a:ext cx="1224136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910502" y="1124188"/>
            <a:ext cx="80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  <a:cs typeface="Aharoni" panose="02010803020104030203" pitchFamily="2" charset="-79"/>
              </a:rPr>
              <a:t>App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  <a:cs typeface="Aharoni" panose="02010803020104030203" pitchFamily="2" charset="-79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910503" y="4175092"/>
            <a:ext cx="80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  <a:cs typeface="Aharoni" panose="02010803020104030203" pitchFamily="2" charset="-79"/>
              </a:rPr>
              <a:t>Web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  <a:cs typeface="Aharoni" panose="02010803020104030203" pitchFamily="2" charset="-79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3535387" y="4601075"/>
            <a:ext cx="1073459" cy="1073459"/>
            <a:chOff x="2937732" y="4585480"/>
            <a:chExt cx="1073459" cy="1073459"/>
          </a:xfrm>
        </p:grpSpPr>
        <p:pic>
          <p:nvPicPr>
            <p:cNvPr id="1086" name="Picture 62" descr="관련 이미지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7732" y="4585480"/>
              <a:ext cx="1073459" cy="1073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1" name="Picture 57" descr="web icon png에 대한 이미지 검색결과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054" y="4831795"/>
              <a:ext cx="376817" cy="3768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그룹 17"/>
          <p:cNvGrpSpPr/>
          <p:nvPr/>
        </p:nvGrpSpPr>
        <p:grpSpPr>
          <a:xfrm>
            <a:off x="5989338" y="4601073"/>
            <a:ext cx="1073459" cy="1073459"/>
            <a:chOff x="6012766" y="4687483"/>
            <a:chExt cx="1073459" cy="1073459"/>
          </a:xfrm>
        </p:grpSpPr>
        <p:pic>
          <p:nvPicPr>
            <p:cNvPr id="96" name="Picture 62" descr="관련 이미지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766" y="4687483"/>
              <a:ext cx="1073459" cy="1073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0" descr="map icon png에 대한 이미지 검색결과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9966" y="4832680"/>
              <a:ext cx="579058" cy="57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9" name="오른쪽 화살표 98"/>
          <p:cNvSpPr/>
          <p:nvPr/>
        </p:nvSpPr>
        <p:spPr>
          <a:xfrm>
            <a:off x="4863215" y="4918984"/>
            <a:ext cx="868434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/>
          <p:cNvGrpSpPr/>
          <p:nvPr/>
        </p:nvGrpSpPr>
        <p:grpSpPr>
          <a:xfrm>
            <a:off x="4019590" y="1493521"/>
            <a:ext cx="1158117" cy="1158117"/>
            <a:chOff x="4736131" y="1493521"/>
            <a:chExt cx="1158117" cy="1158117"/>
          </a:xfrm>
        </p:grpSpPr>
        <p:grpSp>
          <p:nvGrpSpPr>
            <p:cNvPr id="22" name="그룹 21"/>
            <p:cNvGrpSpPr/>
            <p:nvPr/>
          </p:nvGrpSpPr>
          <p:grpSpPr>
            <a:xfrm>
              <a:off x="4736131" y="1493521"/>
              <a:ext cx="1158117" cy="1158117"/>
              <a:chOff x="4736131" y="1493521"/>
              <a:chExt cx="1158117" cy="1158117"/>
            </a:xfrm>
          </p:grpSpPr>
          <p:pic>
            <p:nvPicPr>
              <p:cNvPr id="101" name="Picture 34" descr="android icon png에 대한 이미지 검색결과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6131" y="1493521"/>
                <a:ext cx="1158117" cy="11581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직사각형 19"/>
              <p:cNvSpPr/>
              <p:nvPr/>
            </p:nvSpPr>
            <p:spPr>
              <a:xfrm>
                <a:off x="5067992" y="1819964"/>
                <a:ext cx="494400" cy="5052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5050628" y="1493521"/>
              <a:ext cx="529128" cy="955822"/>
              <a:chOff x="5050628" y="1493521"/>
              <a:chExt cx="529128" cy="95582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5050628" y="1493521"/>
                <a:ext cx="529128" cy="955822"/>
                <a:chOff x="5050628" y="1555400"/>
                <a:chExt cx="529128" cy="955822"/>
              </a:xfrm>
            </p:grpSpPr>
            <p:sp>
              <p:nvSpPr>
                <p:cNvPr id="21" name="이등변 삼각형 20"/>
                <p:cNvSpPr/>
                <p:nvPr/>
              </p:nvSpPr>
              <p:spPr>
                <a:xfrm>
                  <a:off x="5170427" y="1746106"/>
                  <a:ext cx="289529" cy="765116"/>
                </a:xfrm>
                <a:prstGeom prst="triangl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091" name="Picture 67" descr="C:\Users\Administrator\Desktop\icon\camera.png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050628" y="1555400"/>
                  <a:ext cx="529128" cy="5291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090" name="Picture 66" descr="관련 이미지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70427" y="2040775"/>
                <a:ext cx="297140" cy="4085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7" name="오른쪽 화살표 116"/>
          <p:cNvSpPr/>
          <p:nvPr/>
        </p:nvSpPr>
        <p:spPr>
          <a:xfrm>
            <a:off x="5004048" y="1940165"/>
            <a:ext cx="868434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5668649" y="1493520"/>
            <a:ext cx="1158117" cy="1158117"/>
            <a:chOff x="5779959" y="1493520"/>
            <a:chExt cx="1158117" cy="1158117"/>
          </a:xfrm>
        </p:grpSpPr>
        <p:pic>
          <p:nvPicPr>
            <p:cNvPr id="127" name="Picture 34" descr="android icon png에 대한 이미지 검색결과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9959" y="1493520"/>
              <a:ext cx="1158117" cy="1158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직사각형 30"/>
            <p:cNvSpPr/>
            <p:nvPr/>
          </p:nvSpPr>
          <p:spPr>
            <a:xfrm>
              <a:off x="6119530" y="1832886"/>
              <a:ext cx="437412" cy="479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96" name="Picture 72" descr="C:\Users\Administrator\Desktop\icon\image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79" y="1684227"/>
            <a:ext cx="397560" cy="39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" name="Picture 71" descr="ocr icon에 대한 이미지 검색결과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966" y="2081787"/>
            <a:ext cx="248986" cy="2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오른쪽 화살표 130"/>
          <p:cNvSpPr/>
          <p:nvPr/>
        </p:nvSpPr>
        <p:spPr>
          <a:xfrm>
            <a:off x="6643086" y="1940165"/>
            <a:ext cx="868434" cy="26483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AutoShape 6" descr="server icon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8" descr="server icon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484953" y="1484784"/>
            <a:ext cx="1172228" cy="1249599"/>
            <a:chOff x="7484953" y="1484784"/>
            <a:chExt cx="1172228" cy="1249599"/>
          </a:xfrm>
        </p:grpSpPr>
        <p:pic>
          <p:nvPicPr>
            <p:cNvPr id="1034" name="Picture 10" descr="관련 이미지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336" y="1673538"/>
              <a:ext cx="1060845" cy="1060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U자형 화살표 4"/>
            <p:cNvSpPr/>
            <p:nvPr/>
          </p:nvSpPr>
          <p:spPr>
            <a:xfrm>
              <a:off x="7773441" y="1484784"/>
              <a:ext cx="470967" cy="389487"/>
            </a:xfrm>
            <a:prstGeom prst="utur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1084" name="Picture 60" descr="map icon png에 대한 이미지 검색결과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4953" y="1673538"/>
              <a:ext cx="579058" cy="57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89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</Words>
  <Application>Microsoft Office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23</cp:revision>
  <dcterms:created xsi:type="dcterms:W3CDTF">2018-02-09T08:26:51Z</dcterms:created>
  <dcterms:modified xsi:type="dcterms:W3CDTF">2018-02-09T11:11:30Z</dcterms:modified>
</cp:coreProperties>
</file>